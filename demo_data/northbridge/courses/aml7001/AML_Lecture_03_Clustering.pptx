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 3: Clustering with k-means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AML7001 Applied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labels: we look for structure in the data</a:t>
            </a:r>
          </a:p>
          <a:p>
            <a:r>
              <a:t>Typical uses: segmentation, exploration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Choose k initial centroids</a:t>
            </a:r>
          </a:p>
          <a:p>
            <a:r>
              <a:t>Assign each point to its nearest centroid, then move each centroid to the mean</a:t>
            </a:r>
          </a:p>
          <a:p>
            <a:r>
              <a:t>Repeat until the assignments stop changing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Choosing 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elbow method</a:t>
            </a:r>
          </a:p>
          <a:p>
            <a:r>
              <a:t>Silhouette scores</a:t>
            </a:r>
          </a:p>
          <a:p>
            <a:r>
              <a:t>Domain knowledge beats both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roughly spherical clusters</a:t>
            </a:r>
          </a:p>
          <a:p>
            <a:r>
              <a:t>Sensitive to scaling and outliers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3: Clustering with k-means</dc:title>
  <dc:subject/>
  <dc:creator>Northbridge University (fictional)</dc:creator>
  <cp:keywords/>
  <dc:description>generated using python-pptx</dc:description>
  <cp:lastModifiedBy>Northbridge University (fictional)</cp:lastModifiedBy>
  <cp:revision>1</cp:revision>
  <dcterms:created xsi:type="dcterms:W3CDTF">2026-01-01T00:00:00Z</dcterms:created>
  <dcterms:modified xsi:type="dcterms:W3CDTF">2026-01-01T00:00:00Z</dcterms:modified>
  <cp:category/>
</cp:coreProperties>
</file>