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room: would you deploy a model that never flags anyone?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checklist is what markers look for in evaluation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7: Learning from Imbalanced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AML7001 Applied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accuracy misleads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7% positives, always predicting the majority class gives 93% accuracy</a:t>
            </a:r>
          </a:p>
          <a:p>
            <a:r>
              <a:t>Such a model never finds a single positive case</a:t>
            </a:r>
          </a:p>
          <a:p>
            <a:r>
              <a:t>Accuracy hides how the minority class is handled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True positives, false positives, true negatives, false negatives</a:t>
            </a:r>
          </a:p>
          <a:p>
            <a:r>
              <a:t>Every metric today is a different summary of these four counts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Precision, recall and F1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Precision: of the cases we flag, how many are truly positive</a:t>
            </a:r>
          </a:p>
          <a:p>
            <a:r>
              <a:t>Recall: of the truly positive cases, how many we flag</a:t>
            </a:r>
          </a:p>
          <a:p>
            <a:r>
              <a:t>F1 is the harmonic mean of precision and recall</a:t>
            </a:r>
          </a:p>
          <a:p>
            <a:r>
              <a:t>Report the metric that matches the cost of each kind of error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Precision-recall curves versus ROC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ROC-AUC can look strong even when positives are rare</a:t>
            </a:r>
          </a:p>
          <a:p>
            <a:r>
              <a:t>When positives are rare, the precision-recall curve and its area are more informative</a:t>
            </a:r>
          </a:p>
          <a:p>
            <a:r>
              <a:t>Always show the no-skill baseline: the positive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Resampling the training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oversampling, random undersampling and SMOTE</a:t>
            </a:r>
          </a:p>
          <a:p>
            <a:r>
              <a:t>Resample only the training split, never the test set</a:t>
            </a:r>
          </a:p>
          <a:p>
            <a:r>
              <a:t>Resampling changes the class balance the model sees, not the real world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weights and cost-sensitive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classifiers accept class weights that penalise minority errors more</a:t>
            </a:r>
          </a:p>
          <a:p>
            <a:r>
              <a:t>Weights are an alternative to resampling and keep every original row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decision threshold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default threshold of 0.5 is rarely right for imbalanced problems</a:t>
            </a:r>
          </a:p>
          <a:p>
            <a:r>
              <a:t>Choose the threshold on validation data, then fix it before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the class distribution of every split</a:t>
            </a:r>
          </a:p>
          <a:p>
            <a:r>
              <a:t>Report precision, recall and a precision-recall summary, not accuracy alone</a:t>
            </a:r>
          </a:p>
          <a:p>
            <a:r>
              <a:t>Explain why your chosen metric fits the problem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 and Garcia (2009), Learning from Imbalanced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7: Learning from Imbalanced Data</dc:title>
  <dc:subject/>
  <dc:creator>Northbridge University (fictional)</dc:creator>
  <cp:keywords/>
  <dc:description>generated using python-pptx</dc:description>
  <cp:lastModifiedBy>Northbridge University (fictional)</cp:lastModifiedBy>
  <cp:revision>1</cp:revision>
  <dcterms:created xsi:type="dcterms:W3CDTF">2026-01-01T00:00:00Z</dcterms:created>
  <dcterms:modified xsi:type="dcterms:W3CDTF">2026-01-01T00:00:00Z</dcterms:modified>
  <cp:category/>
</cp:coreProperties>
</file>