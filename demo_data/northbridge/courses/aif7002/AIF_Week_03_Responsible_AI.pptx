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Week 3: Responsible AI in Practice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AIF7002 AI Foundations in Practice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Harms to people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Unfair outcomes for some groups</a:t>
            </a:r>
          </a:p>
          <a:p>
            <a:r>
              <a:t>Privacy loss when data is reused</a:t>
            </a:r>
          </a:p>
          <a:p>
            <a:r>
              <a:t>Over-reliance on automated decisions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Evaluating before launch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 on data that represents the people affected</a:t>
            </a:r>
          </a:p>
          <a:p>
            <a:r>
              <a:t>Report error rates per group, not only overall</a:t>
            </a:r>
          </a:p>
          <a:p>
            <a:r>
              <a:t>Agree acceptance criteria before testing starts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Monitoring after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Track input drift and outcome quality over time</a:t>
            </a:r>
          </a:p>
          <a:p>
            <a:r>
              <a:t>Give users a way to report problems</a:t>
            </a:r>
          </a:p>
          <a:p>
            <a:r>
              <a:t>Decide in advance who acts when an alert fires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Responsible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Assign a named owner for the system</a:t>
            </a:r>
          </a:p>
          <a:p>
            <a:r>
              <a:t>Keep a human able to override its decisions</a:t>
            </a:r>
          </a:p>
          <a:p>
            <a:r>
              <a:t>Publish what the system does and does not 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3: Responsible AI in Practice</dc:title>
  <dc:subject/>
  <dc:creator>Northbridge University (fictional)</dc:creator>
  <cp:keywords/>
  <dc:description>generated using python-pptx</dc:description>
  <cp:lastModifiedBy>Northbridge University (fictional)</cp:lastModifiedBy>
  <cp:revision>1</cp:revision>
  <dcterms:created xsi:type="dcterms:W3CDTF">2026-01-01T00:00:00Z</dcterms:created>
  <dcterms:modified xsi:type="dcterms:W3CDTF">2026-01-01T00:00:00Z</dcterms:modified>
  <cp:category/>
</cp:coreProperties>
</file>