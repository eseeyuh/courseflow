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loan-scoring example from the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2: From Models to AI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AIF7002 AI Foundations in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model is not a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deployed AI system combines a model, data pipelines, an interface and people</a:t>
            </a:r>
          </a:p>
          <a:p>
            <a:r>
              <a:t>Most failures happen around the model, not inside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is the system for?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 the task the system performs and its intended users</a:t>
            </a:r>
          </a:p>
          <a:p>
            <a:r>
              <a:t>Separate the people who operate it from the people it affects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models fall short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fail on cases unlike the data they were trained on</a:t>
            </a:r>
          </a:p>
          <a:p>
            <a:r>
              <a:t>A confident output can still be wrong</a:t>
            </a:r>
          </a:p>
          <a:p>
            <a:r>
              <a:t>Know when an output should not be trusted, and who checks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Rule-based or learned?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Rule-based systems are transparent but brittle</a:t>
            </a:r>
          </a:p>
          <a:p>
            <a:r>
              <a:t>Learned models adapt to data but are harder to explain</a:t>
            </a:r>
          </a:p>
          <a:p>
            <a:r>
              <a:t>Language models are flexible but can produce fluent errors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an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from the problem, the data and the cost of a mistake</a:t>
            </a:r>
          </a:p>
          <a:p>
            <a:r>
              <a:t>Prefer the simplest approach that meets the need</a:t>
            </a:r>
          </a:p>
          <a:p>
            <a:r>
              <a:t>Write down why the alternatives were rejected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2: From Models to AI Systems</dc:title>
  <dc:subject/>
  <dc:creator>Northbridge University (fictional)</dc:creator>
  <cp:keywords/>
  <dc:description>generated using python-pptx</dc:description>
  <cp:lastModifiedBy>Northbridge University (fictional)</cp:lastModifiedBy>
  <cp:revision>1</cp:revision>
  <dcterms:created xsi:type="dcterms:W3CDTF">2026-01-01T00:00:00Z</dcterms:created>
  <dcterms:modified xsi:type="dcterms:W3CDTF">2026-01-01T00:00:00Z</dcterms:modified>
  <cp:category/>
</cp:coreProperties>
</file>