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6: Interaction and Storytelling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DVS7003 Data Visualisation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interact?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first, then zoom and filter, then details on demand</a:t>
            </a:r>
          </a:p>
          <a:p>
            <a:r>
              <a:t>Interaction should let users explore a follow-up question, not decorate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Linking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Brushing in one view highlights the same records in the others</a:t>
            </a:r>
          </a:p>
          <a:p>
            <a:r>
              <a:t>A filter must show clearly what is currently selected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Telling the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Annotate the insight you want the reader to notice</a:t>
            </a:r>
          </a:p>
          <a:p>
            <a:r>
              <a:t>Record each design decision and the alternative you rejected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6: Interaction and Storytelling</dc:title>
  <dc:subject/>
  <dc:creator>Northbridge University (fictional)</dc:creator>
  <cp:keywords/>
  <dc:description>generated using python-pptx</dc:description>
  <cp:lastModifiedBy>Northbridge University (fictional)</cp:lastModifiedBy>
  <cp:revision>1</cp:revision>
  <dcterms:created xsi:type="dcterms:W3CDTF">2026-01-01T00:00:00Z</dcterms:created>
  <dcterms:modified xsi:type="dcterms:W3CDTF">2026-01-01T00:00:00Z</dcterms:modified>
  <cp:category/>
</cp:coreProperties>
</file>