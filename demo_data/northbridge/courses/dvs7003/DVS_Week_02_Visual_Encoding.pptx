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Week 2: Visual Encoding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DVS7003 Data Visualisation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Marks and channels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Marks are the shapes that stand for data: points, lines and bars</a:t>
            </a:r>
          </a:p>
          <a:p>
            <a:r>
              <a:t>Channels such as position, length and colour encode the values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Ranking the channels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Position on a common scale is read most accurately</a:t>
            </a:r>
          </a:p>
          <a:p>
            <a:r>
              <a:t>Area and colour saturation are read least accurately</a:t>
            </a:r>
          </a:p>
          <a:p>
            <a:r>
              <a:t>Use the strongest channel for the most important variable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Start with the audience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Who reads the chart, and what decision will it support?</a:t>
            </a:r>
          </a:p>
          <a:p>
            <a:r>
              <a:t>An expert audience tolerates denser encodings than the general public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2: Visual Encoding</dc:title>
  <dc:subject/>
  <dc:creator>Northbridge University (fictional)</dc:creator>
  <cp:keywords/>
  <dc:description>generated using python-pptx</dc:description>
  <cp:lastModifiedBy>Northbridge University (fictional)</cp:lastModifiedBy>
  <cp:revision>1</cp:revision>
  <dcterms:created xsi:type="dcterms:W3CDTF">2026-01-01T00:00:00Z</dcterms:created>
  <dcterms:modified xsi:type="dcterms:W3CDTF">2026-01-01T00:00:00Z</dcterms:modified>
  <cp:category/>
</cp:coreProperties>
</file>