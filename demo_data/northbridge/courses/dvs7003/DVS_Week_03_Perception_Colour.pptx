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3: Perception and Colour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DVS7003 Data Visualisation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charts mislead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truncated axis exaggerates small differences</a:t>
            </a:r>
          </a:p>
          <a:p>
            <a:r>
              <a:t>Dual axes invite false comparisons</a:t>
            </a:r>
          </a:p>
          <a:p>
            <a:r>
              <a:t>3D effects distort area and angle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a colour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 sequential scale for ordered values</a:t>
            </a:r>
          </a:p>
          <a:p>
            <a:r>
              <a:t>Use a diverging scale around a meaningful midpoint</a:t>
            </a:r>
          </a:p>
          <a:p>
            <a:r>
              <a:t>Avoid rainbow scales: they create boundaries that are not in the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Redesigning a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 the encoding before the styling</a:t>
            </a:r>
          </a:p>
          <a:p>
            <a:r>
              <a:t>Remove decoration that carries no data</a:t>
            </a:r>
          </a:p>
          <a:p>
            <a:r>
              <a:t>Sketch the alternative before you build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Perception and Colour</dc:title>
  <dc:subject/>
  <dc:creator>Northbridge University (fictional)</dc:creator>
  <cp:keywords/>
  <dc:description>generated using python-pptx</dc:description>
  <cp:lastModifiedBy>Northbridge University (fictional)</cp:lastModifiedBy>
  <cp:revision>1</cp:revision>
  <dcterms:created xsi:type="dcterms:W3CDTF">2026-01-01T00:00:00Z</dcterms:created>
  <dcterms:modified xsi:type="dcterms:W3CDTF">2026-01-01T00:00:00Z</dcterms:modified>
  <cp:category/>
</cp:coreProperties>
</file>