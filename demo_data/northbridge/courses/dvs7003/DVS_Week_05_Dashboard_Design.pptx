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5: Dashboard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DVS7003 Data Visualisation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question per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chart should answer one question its users ask</a:t>
            </a:r>
          </a:p>
          <a:p>
            <a:r>
              <a:t>Match the chart type to the question: trend, comparison, share or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Place the most important measure where the eye lands first</a:t>
            </a:r>
          </a:p>
          <a:p>
            <a:r>
              <a:t>Use size and contrast to signal importance</a:t>
            </a:r>
          </a:p>
          <a:p>
            <a:r>
              <a:t>Group related views and align them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dashboard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 many views compete for attention</a:t>
            </a:r>
          </a:p>
          <a:p>
            <a:r>
              <a:t>Related charts use inconsistent scales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5: Dashboard Design</dc:title>
  <dc:subject/>
  <dc:creator>Northbridge University (fictional)</dc:creator>
  <cp:keywords/>
  <dc:description>generated using python-pptx</dc:description>
  <cp:lastModifiedBy>Northbridge University (fictional)</cp:lastModifiedBy>
  <cp:revision>1</cp:revision>
  <dcterms:created xsi:type="dcterms:W3CDTF">2026-01-01T00:00:00Z</dcterms:created>
  <dcterms:modified xsi:type="dcterms:W3CDTF">2026-01-01T00:00:00Z</dcterms:modified>
  <cp:category/>
</cp:coreProperties>
</file>