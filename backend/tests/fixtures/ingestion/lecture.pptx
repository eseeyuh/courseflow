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the lab on Thursday. PPTX-S2-NOTES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Week 3: Relational Modelling PPTX-S1-TITLE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Systems (DS101)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Normalise a schema to 3NF PPTX-S2-BODY</a:t>
            </a:r>
          </a:p>
          <a:p>
            <a:r>
              <a:t>Explain functional dependencies</a:t>
            </a:r>
            <a:br/>
            <a:r>
              <a:t>with examples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914400" y="914400"/>
            <a:ext cx="5486400" cy="1828800"/>
            <a:chOff x="914400" y="914400"/>
            <a:chExt cx="5486400" cy="1828800"/>
          </a:xfrm>
        </p:grpSpPr>
        <p:sp>
          <p:nvSpPr>
            <p:cNvPr id="3" name="TextBox 2"/>
            <p:cNvSpPr txBox="1"/>
            <p:nvPr/>
          </p:nvSpPr>
          <p:spPr>
            <a:xfrm>
              <a:off x="914400" y="914400"/>
              <a:ext cx="54864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800"/>
                <a:t>Grouped first PPTX-GROUP-A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914400" y="1828800"/>
              <a:ext cx="54864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800"/>
                <a:t>Grouped second PPTX-GROUP-B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9144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t>Normal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Rule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2NF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partial dependency PPTX-TABLE-CELL</a:t>
                      </a:r>
                    </a:p>
                  </a:txBody>
                  <a:tcPr/>
                </a:tc>
              </a:tr>
              <a:tr h="609600">
                <a:tc gridSpan="2">
                  <a:txBody>
                    <a:bodyPr/>
                    <a:lstStyle/>
                    <a:p>
                      <a:r>
                        <a:t>Merged summary row PPTX-MERGED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Hidden backup slide PPTX-HIDDEN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Questions? PPTX-LAST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CourseFlow test fixtures</dc:creator>
  <cp:keywords/>
  <dc:description>generated using python-pptx</dc:description>
  <cp:lastModifiedBy>CourseFlow test fixtures</cp:lastModifiedBy>
  <cp:revision>1</cp:revision>
  <dcterms:created xsi:type="dcterms:W3CDTF">2026-01-01T00:00:00Z</dcterms:created>
  <dcterms:modified xsi:type="dcterms:W3CDTF">2026-01-01T00:00:00Z</dcterms:modified>
  <cp:category/>
</cp:coreProperties>
</file>